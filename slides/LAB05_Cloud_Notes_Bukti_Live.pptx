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4848e3c5404272" /><Relationship Type="http://schemas.openxmlformats.org/officeDocument/2006/relationships/extended-properties" Target="/docProps/app.xml" Id="Rb9dc9fb6fc624347" /><Relationship Type="http://schemas.openxmlformats.org/officeDocument/2006/relationships/officeDocument" Target="/ppt/presentation.xml" Id="Rb1fccb5f68fc46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5c93b48d7a4d0d"/>
  </p:sldMasterIdLst>
  <p:notesMasterIdLst>
    <p:notesMasterId xmlns:r="http://schemas.openxmlformats.org/officeDocument/2006/relationships" r:id="R338e71d774bb4de9"/>
  </p:notesMasterIdLst>
  <p:sldIdLst>
    <p:sldId xmlns:r="http://schemas.openxmlformats.org/officeDocument/2006/relationships" id="256" r:id="Rc9841e1ebaf64edf"/>
    <p:sldId xmlns:r="http://schemas.openxmlformats.org/officeDocument/2006/relationships" id="257" r:id="R69823589fbec47db"/>
    <p:sldId xmlns:r="http://schemas.openxmlformats.org/officeDocument/2006/relationships" id="258" r:id="R9706f6930ae44197"/>
    <p:sldId xmlns:r="http://schemas.openxmlformats.org/officeDocument/2006/relationships" id="259" r:id="R8e997cf674ca4930"/>
    <p:sldId xmlns:r="http://schemas.openxmlformats.org/officeDocument/2006/relationships" id="260" r:id="Re699a025115c4794"/>
    <p:sldId xmlns:r="http://schemas.openxmlformats.org/officeDocument/2006/relationships" id="261" r:id="Rbac6c8786a714291"/>
    <p:sldId xmlns:r="http://schemas.openxmlformats.org/officeDocument/2006/relationships" id="262" r:id="R71a6be97aa8e4208"/>
    <p:sldId xmlns:r="http://schemas.openxmlformats.org/officeDocument/2006/relationships" id="263" r:id="Rcfcec0f6e46c4203"/>
    <p:sldId xmlns:r="http://schemas.openxmlformats.org/officeDocument/2006/relationships" id="264" r:id="R7e4aa3045c5b4921"/>
    <p:sldId xmlns:r="http://schemas.openxmlformats.org/officeDocument/2006/relationships" id="265" r:id="Rd7343d87f6ae4a0e"/>
    <p:sldId xmlns:r="http://schemas.openxmlformats.org/officeDocument/2006/relationships" id="266" r:id="Rceb80d71efaf4c63"/>
    <p:sldId xmlns:r="http://schemas.openxmlformats.org/officeDocument/2006/relationships" id="267" r:id="Re1216420b370473e"/>
    <p:sldId xmlns:r="http://schemas.openxmlformats.org/officeDocument/2006/relationships" id="268" r:id="Rd0f9d7004b7e4607"/>
    <p:sldId xmlns:r="http://schemas.openxmlformats.org/officeDocument/2006/relationships" id="269" r:id="R340560254ece4ea1"/>
    <p:sldId xmlns:r="http://schemas.openxmlformats.org/officeDocument/2006/relationships" id="270" r:id="R8b4b6718da6f4770"/>
    <p:sldId xmlns:r="http://schemas.openxmlformats.org/officeDocument/2006/relationships" id="271" r:id="R5f9e271ffec4472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48c02d5d80d427c" /><Relationship Type="http://schemas.openxmlformats.org/officeDocument/2006/relationships/slideMaster" Target="/ppt/slideMasters/slideMaster1.xml" Id="R8f5c93b48d7a4d0d" /><Relationship Type="http://schemas.openxmlformats.org/officeDocument/2006/relationships/notesMaster" Target="/ppt/notesMasters/notesMaster1.xml" Id="R338e71d774bb4de9" /><Relationship Type="http://schemas.openxmlformats.org/officeDocument/2006/relationships/presProps" Target="/ppt/presProps.xml" Id="R0e2e46c7eede4b11" /><Relationship Type="http://schemas.openxmlformats.org/officeDocument/2006/relationships/viewProps" Target="/ppt/viewProps.xml" Id="R2fa0c0ff3a384ffa" /><Relationship Type="http://schemas.openxmlformats.org/officeDocument/2006/relationships/tableStyles" Target="/ppt/tableStyles.xml" Id="R6e85d8ed37cf410d" /><Relationship Type="http://schemas.openxmlformats.org/officeDocument/2006/relationships/slide" Target="/ppt/slides/slide1.xml" Id="Rc9841e1ebaf64edf" /><Relationship Type="http://schemas.openxmlformats.org/officeDocument/2006/relationships/slide" Target="/ppt/slides/slide2.xml" Id="R69823589fbec47db" /><Relationship Type="http://schemas.openxmlformats.org/officeDocument/2006/relationships/slide" Target="/ppt/slides/slide3.xml" Id="R9706f6930ae44197" /><Relationship Type="http://schemas.openxmlformats.org/officeDocument/2006/relationships/slide" Target="/ppt/slides/slide4.xml" Id="R8e997cf674ca4930" /><Relationship Type="http://schemas.openxmlformats.org/officeDocument/2006/relationships/slide" Target="/ppt/slides/slide5.xml" Id="Re699a025115c4794" /><Relationship Type="http://schemas.openxmlformats.org/officeDocument/2006/relationships/slide" Target="/ppt/slides/slide6.xml" Id="Rbac6c8786a714291" /><Relationship Type="http://schemas.openxmlformats.org/officeDocument/2006/relationships/slide" Target="/ppt/slides/slide7.xml" Id="R71a6be97aa8e4208" /><Relationship Type="http://schemas.openxmlformats.org/officeDocument/2006/relationships/slide" Target="/ppt/slides/slide8.xml" Id="Rcfcec0f6e46c4203" /><Relationship Type="http://schemas.openxmlformats.org/officeDocument/2006/relationships/slide" Target="/ppt/slides/slide9.xml" Id="R7e4aa3045c5b4921" /><Relationship Type="http://schemas.openxmlformats.org/officeDocument/2006/relationships/slide" Target="/ppt/slides/slide10.xml" Id="Rd7343d87f6ae4a0e" /><Relationship Type="http://schemas.openxmlformats.org/officeDocument/2006/relationships/slide" Target="/ppt/slides/slide11.xml" Id="Rceb80d71efaf4c63" /><Relationship Type="http://schemas.openxmlformats.org/officeDocument/2006/relationships/slide" Target="/ppt/slides/slide12.xml" Id="Re1216420b370473e" /><Relationship Type="http://schemas.openxmlformats.org/officeDocument/2006/relationships/slide" Target="/ppt/slides/slide13.xml" Id="Rd0f9d7004b7e4607" /><Relationship Type="http://schemas.openxmlformats.org/officeDocument/2006/relationships/slide" Target="/ppt/slides/slide14.xml" Id="R340560254ece4ea1" /><Relationship Type="http://schemas.openxmlformats.org/officeDocument/2006/relationships/slide" Target="/ppt/slides/slide15.xml" Id="R8b4b6718da6f4770" /><Relationship Type="http://schemas.openxmlformats.org/officeDocument/2006/relationships/slide" Target="/ppt/slides/slide16.xml" Id="R5f9e271ffec4472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d6508ad4f645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ec3ce3aab224ed2" /><Relationship Type="http://schemas.openxmlformats.org/officeDocument/2006/relationships/notesMaster" Target="/ppt/notesMasters/notesMaster1.xml" Id="R60ee2af9e2494ef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cb1067fb644421" /><Relationship Type="http://schemas.openxmlformats.org/officeDocument/2006/relationships/notesMaster" Target="/ppt/notesMasters/notesMaster1.xml" Id="Ra652b84348e34aa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67f1476e8546f3" /><Relationship Type="http://schemas.openxmlformats.org/officeDocument/2006/relationships/notesMaster" Target="/ppt/notesMasters/notesMaster1.xml" Id="R54b49b63403d488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71e2f5dace24e07" /><Relationship Type="http://schemas.openxmlformats.org/officeDocument/2006/relationships/notesMaster" Target="/ppt/notesMasters/notesMaster1.xml" Id="R8c6279c1e939498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9dfd7e65ceb4cd9" /><Relationship Type="http://schemas.openxmlformats.org/officeDocument/2006/relationships/notesMaster" Target="/ppt/notesMasters/notesMaster1.xml" Id="R5ea9a3fd3ec74f0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45a9840ec844e32" /><Relationship Type="http://schemas.openxmlformats.org/officeDocument/2006/relationships/notesMaster" Target="/ppt/notesMasters/notesMaster1.xml" Id="Rb946c911a33e44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3958704060942d2" /><Relationship Type="http://schemas.openxmlformats.org/officeDocument/2006/relationships/notesMaster" Target="/ppt/notesMasters/notesMaster1.xml" Id="R37d4240327784c7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a30335b3eaf4921" /><Relationship Type="http://schemas.openxmlformats.org/officeDocument/2006/relationships/notesMaster" Target="/ppt/notesMasters/notesMaster1.xml" Id="R380b0529808a410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aa7cae486714d2e" /><Relationship Type="http://schemas.openxmlformats.org/officeDocument/2006/relationships/notesMaster" Target="/ppt/notesMasters/notesMaster1.xml" Id="Rdd1b012d4bf7487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8d29b8f0b024cbd" /><Relationship Type="http://schemas.openxmlformats.org/officeDocument/2006/relationships/notesMaster" Target="/ppt/notesMasters/notesMaster1.xml" Id="R536bf4c066f3404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18007ffdb0d4696" /><Relationship Type="http://schemas.openxmlformats.org/officeDocument/2006/relationships/notesMaster" Target="/ppt/notesMasters/notesMaster1.xml" Id="Rb5bffa98530e499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489acc7faed4f18" /><Relationship Type="http://schemas.openxmlformats.org/officeDocument/2006/relationships/notesMaster" Target="/ppt/notesMasters/notesMaster1.xml" Id="R7ed98431bcd3455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9b2b0d09d7c44cf" /><Relationship Type="http://schemas.openxmlformats.org/officeDocument/2006/relationships/notesMaster" Target="/ppt/notesMasters/notesMaster1.xml" Id="R7c103a1ca03341c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9677973d17d4fa8" /><Relationship Type="http://schemas.openxmlformats.org/officeDocument/2006/relationships/notesMaster" Target="/ppt/notesMasters/notesMaster1.xml" Id="R2906cc8ab5d94e5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f789f4e8dea4f53" /><Relationship Type="http://schemas.openxmlformats.org/officeDocument/2006/relationships/notesMaster" Target="/ppt/notesMasters/notesMaster1.xml" Id="Rdcaac3d002eb4bf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c76c41fc49b48dd" /><Relationship Type="http://schemas.openxmlformats.org/officeDocument/2006/relationships/notesMaster" Target="/ppt/notesMasters/notesMaster1.xml" Id="R60c37116cb4f4f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154932faf14b67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a1de10ca854695" /><Relationship Type="http://schemas.openxmlformats.org/officeDocument/2006/relationships/slideLayout" Target="/ppt/slideLayouts/slideLayout1.xml" Id="Rb2bdefa60c8d4f4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bdefa60c8d4f40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8ba92ec9b94625" /><Relationship Type="http://schemas.openxmlformats.org/officeDocument/2006/relationships/image" Target="/ppt/media/image.jpeg" Id="R864265e3377b40fe" /><Relationship Type="http://schemas.openxmlformats.org/officeDocument/2006/relationships/image" Target="/ppt/media/image.png" Id="R67b6149c491d4a63" /><Relationship Type="http://schemas.openxmlformats.org/officeDocument/2006/relationships/image" Target="/ppt/media/image2.png" Id="Rcd1e57af70b7493d" /><Relationship Type="http://schemas.openxmlformats.org/officeDocument/2006/relationships/notesSlide" Target="/ppt/notesSlides/notesSlide1.xml" Id="R8c8e13d4552348b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411119f1474174" /><Relationship Type="http://schemas.openxmlformats.org/officeDocument/2006/relationships/image" Target="/ppt/media/image.png" Id="Rfe94d57e08e74a96" /><Relationship Type="http://schemas.openxmlformats.org/officeDocument/2006/relationships/image" Target="/ppt/media/image2.png" Id="R4e961f577fba42d0" /><Relationship Type="http://schemas.openxmlformats.org/officeDocument/2006/relationships/image" Target="/ppt/media/image3.png" Id="Rbe31e0c9cde8423b" /><Relationship Type="http://schemas.openxmlformats.org/officeDocument/2006/relationships/image" Target="/ppt/media/image4.png" Id="Rf72ea7fdc0e941c9" /><Relationship Type="http://schemas.openxmlformats.org/officeDocument/2006/relationships/image" Target="/ppt/media/image5.png" Id="R1050ab48e3a04ad9" /><Relationship Type="http://schemas.openxmlformats.org/officeDocument/2006/relationships/image" Target="/ppt/media/image6.png" Id="R0ad201dc54be4936" /><Relationship Type="http://schemas.openxmlformats.org/officeDocument/2006/relationships/image" Target="/ppt/media/image7.png" Id="R9d4cba835a5e49d6" /><Relationship Type="http://schemas.openxmlformats.org/officeDocument/2006/relationships/image" Target="/ppt/media/image8.png" Id="Reee97908b73449ee" /><Relationship Type="http://schemas.openxmlformats.org/officeDocument/2006/relationships/image" Target="/ppt/media/image9.png" Id="R3a119cf21a614f93" /><Relationship Type="http://schemas.openxmlformats.org/officeDocument/2006/relationships/notesSlide" Target="/ppt/notesSlides/notesSlide2.xml" Id="R872d028fa5c34b5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17acbbd2fe4b8e" /><Relationship Type="http://schemas.openxmlformats.org/officeDocument/2006/relationships/image" Target="/ppt/media/image.png" Id="R257a2734a9f04d56" /><Relationship Type="http://schemas.openxmlformats.org/officeDocument/2006/relationships/image" Target="/ppt/media/image2.png" Id="Rb37702c552b04247" /><Relationship Type="http://schemas.openxmlformats.org/officeDocument/2006/relationships/notesSlide" Target="/ppt/notesSlides/notesSlide3.xml" Id="Rf1ac905d6fd84f6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87fd382a924fea" /><Relationship Type="http://schemas.openxmlformats.org/officeDocument/2006/relationships/image" Target="/ppt/media/image.png" Id="Re7f6fc472d6b4c14" /><Relationship Type="http://schemas.openxmlformats.org/officeDocument/2006/relationships/image" Target="/ppt/media/image2.png" Id="R60670b5c1fad46fb" /><Relationship Type="http://schemas.openxmlformats.org/officeDocument/2006/relationships/image" Target="/ppt/media/image3.png" Id="R1570aa2bd3bc40e8" /><Relationship Type="http://schemas.openxmlformats.org/officeDocument/2006/relationships/image" Target="/ppt/media/image4.png" Id="Rdc140ace6cb74bdf" /><Relationship Type="http://schemas.openxmlformats.org/officeDocument/2006/relationships/image" Target="/ppt/media/image5.png" Id="R9431502cc7fb4ee1" /><Relationship Type="http://schemas.openxmlformats.org/officeDocument/2006/relationships/image" Target="/ppt/media/image6.png" Id="R6da2b15dc6044c80" /><Relationship Type="http://schemas.openxmlformats.org/officeDocument/2006/relationships/image" Target="/ppt/media/image7.png" Id="R16df7939284c4a94" /><Relationship Type="http://schemas.openxmlformats.org/officeDocument/2006/relationships/image" Target="/ppt/media/image8.png" Id="R70dc438c28a840c6" /><Relationship Type="http://schemas.openxmlformats.org/officeDocument/2006/relationships/image" Target="/ppt/media/image9.png" Id="R77a6a2e8d6444464" /><Relationship Type="http://schemas.openxmlformats.org/officeDocument/2006/relationships/image" Target="/ppt/media/image10.png" Id="R701913ec347845d4" /><Relationship Type="http://schemas.openxmlformats.org/officeDocument/2006/relationships/notesSlide" Target="/ppt/notesSlides/notesSlide4.xml" Id="Rf9ecb154a4cc49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8f89d380a647f4" /><Relationship Type="http://schemas.openxmlformats.org/officeDocument/2006/relationships/image" Target="/ppt/media/image.png" Id="Rfab7b962157b421e" /><Relationship Type="http://schemas.openxmlformats.org/officeDocument/2006/relationships/image" Target="/ppt/media/image2.png" Id="R5ad0badfd63c4c78" /><Relationship Type="http://schemas.openxmlformats.org/officeDocument/2006/relationships/notesSlide" Target="/ppt/notesSlides/notesSlide5.xml" Id="Rd935dc33199940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0a8ef04f64395" /><Relationship Type="http://schemas.openxmlformats.org/officeDocument/2006/relationships/image" Target="/ppt/media/image.png" Id="R038c51967eea400c" /><Relationship Type="http://schemas.openxmlformats.org/officeDocument/2006/relationships/image" Target="/ppt/media/image2.png" Id="R0d0de55503dd42a9" /><Relationship Type="http://schemas.openxmlformats.org/officeDocument/2006/relationships/image" Target="/ppt/media/image3.png" Id="R8ca421e5ae0a4011" /><Relationship Type="http://schemas.openxmlformats.org/officeDocument/2006/relationships/image" Target="/ppt/media/image4.png" Id="R8aa6fa9adacc4890" /><Relationship Type="http://schemas.openxmlformats.org/officeDocument/2006/relationships/image" Target="/ppt/media/image5.png" Id="Rc84fcb3c83c24245" /><Relationship Type="http://schemas.openxmlformats.org/officeDocument/2006/relationships/image" Target="/ppt/media/image6.png" Id="R66cb67d433704a30" /><Relationship Type="http://schemas.openxmlformats.org/officeDocument/2006/relationships/image" Target="/ppt/media/image7.png" Id="R7b1170ab403c4711" /><Relationship Type="http://schemas.openxmlformats.org/officeDocument/2006/relationships/image" Target="/ppt/media/image8.png" Id="R6494c50c94d64f72" /><Relationship Type="http://schemas.openxmlformats.org/officeDocument/2006/relationships/image" Target="/ppt/media/image9.png" Id="Rb25e505141b54093" /><Relationship Type="http://schemas.openxmlformats.org/officeDocument/2006/relationships/image" Target="/ppt/media/image11.png" Id="Rbd5ff9e4810c4f90" /><Relationship Type="http://schemas.openxmlformats.org/officeDocument/2006/relationships/notesSlide" Target="/ppt/notesSlides/notesSlide6.xml" Id="Rfaf46f68f98f4d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3c0dbcca8d4081" /><Relationship Type="http://schemas.openxmlformats.org/officeDocument/2006/relationships/image" Target="/ppt/media/image.png" Id="R806e762915ed4e40" /><Relationship Type="http://schemas.openxmlformats.org/officeDocument/2006/relationships/image" Target="/ppt/media/image2.png" Id="R43c73bf2f2e440e9" /><Relationship Type="http://schemas.openxmlformats.org/officeDocument/2006/relationships/notesSlide" Target="/ppt/notesSlides/notesSlide7.xml" Id="R62ec9da1daa943d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1872ae7250414b" /><Relationship Type="http://schemas.openxmlformats.org/officeDocument/2006/relationships/image" Target="/ppt/media/image.png" Id="Rde2165bea3674356" /><Relationship Type="http://schemas.openxmlformats.org/officeDocument/2006/relationships/image" Target="/ppt/media/image2.png" Id="R5058e360d8534e42" /><Relationship Type="http://schemas.openxmlformats.org/officeDocument/2006/relationships/image" Target="/ppt/media/image3.png" Id="R69db179e8f604350" /><Relationship Type="http://schemas.openxmlformats.org/officeDocument/2006/relationships/image" Target="/ppt/media/image4.png" Id="Re54503822a0b45ad" /><Relationship Type="http://schemas.openxmlformats.org/officeDocument/2006/relationships/image" Target="/ppt/media/image5.png" Id="R02b1a070913c4893" /><Relationship Type="http://schemas.openxmlformats.org/officeDocument/2006/relationships/image" Target="/ppt/media/image6.png" Id="Rff1f6007cb124582" /><Relationship Type="http://schemas.openxmlformats.org/officeDocument/2006/relationships/image" Target="/ppt/media/image7.png" Id="R440224cff31d445a" /><Relationship Type="http://schemas.openxmlformats.org/officeDocument/2006/relationships/image" Target="/ppt/media/image8.png" Id="Rcfa43688998f47e4" /><Relationship Type="http://schemas.openxmlformats.org/officeDocument/2006/relationships/image" Target="/ppt/media/image9.png" Id="R65248c52df6842e6" /><Relationship Type="http://schemas.openxmlformats.org/officeDocument/2006/relationships/image" Target="/ppt/media/image12.png" Id="R3923b5a37e2b4e54" /><Relationship Type="http://schemas.openxmlformats.org/officeDocument/2006/relationships/notesSlide" Target="/ppt/notesSlides/notesSlide8.xml" Id="R21bd4412428946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597cfc8be14f02" /><Relationship Type="http://schemas.openxmlformats.org/officeDocument/2006/relationships/image" Target="/ppt/media/image.png" Id="Rae0fe011a7b14ef3" /><Relationship Type="http://schemas.openxmlformats.org/officeDocument/2006/relationships/image" Target="/ppt/media/image2.png" Id="R5ccb44673d68480f" /><Relationship Type="http://schemas.openxmlformats.org/officeDocument/2006/relationships/notesSlide" Target="/ppt/notesSlides/notesSlide9.xml" Id="R8161589047b34ac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e121d9c70d4cba" /><Relationship Type="http://schemas.openxmlformats.org/officeDocument/2006/relationships/image" Target="/ppt/media/image.png" Id="Re6b3f27a2656468b" /><Relationship Type="http://schemas.openxmlformats.org/officeDocument/2006/relationships/image" Target="/ppt/media/image2.png" Id="R2840dbc2793f473d" /><Relationship Type="http://schemas.openxmlformats.org/officeDocument/2006/relationships/image" Target="/ppt/media/image3.png" Id="R8b12cb379da24ad3" /><Relationship Type="http://schemas.openxmlformats.org/officeDocument/2006/relationships/image" Target="/ppt/media/image4.png" Id="Ra4ae280410da40d2" /><Relationship Type="http://schemas.openxmlformats.org/officeDocument/2006/relationships/image" Target="/ppt/media/image5.png" Id="R3f937856b59b41df" /><Relationship Type="http://schemas.openxmlformats.org/officeDocument/2006/relationships/image" Target="/ppt/media/image6.png" Id="Rdf19a3a974dd4f0e" /><Relationship Type="http://schemas.openxmlformats.org/officeDocument/2006/relationships/image" Target="/ppt/media/image7.png" Id="Rf0b4c1ed4b634132" /><Relationship Type="http://schemas.openxmlformats.org/officeDocument/2006/relationships/image" Target="/ppt/media/image8.png" Id="Ra3e9fd69fcc24fed" /><Relationship Type="http://schemas.openxmlformats.org/officeDocument/2006/relationships/image" Target="/ppt/media/image9.png" Id="R9b8ba7a317f44772" /><Relationship Type="http://schemas.openxmlformats.org/officeDocument/2006/relationships/image" Target="/ppt/media/image13.png" Id="R2e58ce35cd6e496e" /><Relationship Type="http://schemas.openxmlformats.org/officeDocument/2006/relationships/notesSlide" Target="/ppt/notesSlides/notesSlide10.xml" Id="Rb98fe6be160446c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c817d01e1f45f1" /><Relationship Type="http://schemas.openxmlformats.org/officeDocument/2006/relationships/image" Target="/ppt/media/image.png" Id="R6896e8476b184013" /><Relationship Type="http://schemas.openxmlformats.org/officeDocument/2006/relationships/image" Target="/ppt/media/image2.png" Id="R002c1b5088d34b8c" /><Relationship Type="http://schemas.openxmlformats.org/officeDocument/2006/relationships/notesSlide" Target="/ppt/notesSlides/notesSlide11.xml" Id="Rc7551ca21aaa4c1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f70b7407c9460b" /><Relationship Type="http://schemas.openxmlformats.org/officeDocument/2006/relationships/image" Target="/ppt/media/image.png" Id="R132bc0ab61e040a5" /><Relationship Type="http://schemas.openxmlformats.org/officeDocument/2006/relationships/image" Target="/ppt/media/image2.png" Id="Redc487b3c7f64deb" /><Relationship Type="http://schemas.openxmlformats.org/officeDocument/2006/relationships/notesSlide" Target="/ppt/notesSlides/notesSlide12.xml" Id="R593c9b6ccafa4c4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c49db55fdc4a30" /><Relationship Type="http://schemas.openxmlformats.org/officeDocument/2006/relationships/image" Target="/ppt/media/image.png" Id="R7a3528cc9a0c463b" /><Relationship Type="http://schemas.openxmlformats.org/officeDocument/2006/relationships/image" Target="/ppt/media/image2.png" Id="R67a357c9d5024b8f" /><Relationship Type="http://schemas.openxmlformats.org/officeDocument/2006/relationships/image" Target="/ppt/media/image3.png" Id="R8bda21fb3ec74f32" /><Relationship Type="http://schemas.openxmlformats.org/officeDocument/2006/relationships/image" Target="/ppt/media/image4.png" Id="R5a6905fbeed84149" /><Relationship Type="http://schemas.openxmlformats.org/officeDocument/2006/relationships/image" Target="/ppt/media/image5.png" Id="R3a15eded56584660" /><Relationship Type="http://schemas.openxmlformats.org/officeDocument/2006/relationships/image" Target="/ppt/media/image6.png" Id="Ra162110dcc8646b8" /><Relationship Type="http://schemas.openxmlformats.org/officeDocument/2006/relationships/image" Target="/ppt/media/image7.png" Id="Rb1b1bc6c43554202" /><Relationship Type="http://schemas.openxmlformats.org/officeDocument/2006/relationships/image" Target="/ppt/media/image8.png" Id="R5711ace007cd4d34" /><Relationship Type="http://schemas.openxmlformats.org/officeDocument/2006/relationships/image" Target="/ppt/media/image9.png" Id="Ree239a3d177e4037" /><Relationship Type="http://schemas.openxmlformats.org/officeDocument/2006/relationships/image" Target="/ppt/media/image2.jpeg" Id="Rb3ed58cac4c3436c" /><Relationship Type="http://schemas.openxmlformats.org/officeDocument/2006/relationships/notesSlide" Target="/ppt/notesSlides/notesSlide13.xml" Id="Ra0ba39ef43b34b4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20623098f541a0" /><Relationship Type="http://schemas.openxmlformats.org/officeDocument/2006/relationships/image" Target="/ppt/media/image.png" Id="Rbdf22c3920964188" /><Relationship Type="http://schemas.openxmlformats.org/officeDocument/2006/relationships/image" Target="/ppt/media/image2.png" Id="Rdb0b6770bc844163" /><Relationship Type="http://schemas.openxmlformats.org/officeDocument/2006/relationships/notesSlide" Target="/ppt/notesSlides/notesSlide14.xml" Id="R08d8387bd18e424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ff56df68214a45" /><Relationship Type="http://schemas.openxmlformats.org/officeDocument/2006/relationships/image" Target="/ppt/media/image.png" Id="R2cd9169d752b4bf0" /><Relationship Type="http://schemas.openxmlformats.org/officeDocument/2006/relationships/image" Target="/ppt/media/image2.png" Id="R6f4523748ce94e4c" /><Relationship Type="http://schemas.openxmlformats.org/officeDocument/2006/relationships/image" Target="/ppt/media/image14.png" Id="Rde06df208b9543b4" /><Relationship Type="http://schemas.openxmlformats.org/officeDocument/2006/relationships/notesSlide" Target="/ppt/notesSlides/notesSlide15.xml" Id="Rf3cafb7136884cb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0700fa74d4b08" /><Relationship Type="http://schemas.openxmlformats.org/officeDocument/2006/relationships/image" Target="/ppt/media/image.png" Id="R79c8e29e09b34850" /><Relationship Type="http://schemas.openxmlformats.org/officeDocument/2006/relationships/image" Target="/ppt/media/image2.png" Id="R23c1d46adef84a10" /><Relationship Type="http://schemas.openxmlformats.org/officeDocument/2006/relationships/image" Target="/ppt/media/image15.png" Id="R91e4b51925dc4592" /><Relationship Type="http://schemas.openxmlformats.org/officeDocument/2006/relationships/notesSlide" Target="/ppt/notesSlides/notesSlide16.xml" Id="R902bd2bb812c4cec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64265e3377b40f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6149c491d4a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1e57af70b749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EB3A33CB-4705-4445-9617-C791C63C8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5   |   100 MENIT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AB8B2153-73AC-44A1-BE19-CDB6C385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CORE</a:t>
            </a:r>
            <a:endParaRPr sz="5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126AAB39-848A-45E8-B04D-BA3D1652E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FASTAPI + MULTI-STAGE</a:t>
            </a:r>
            <a:endParaRPr sz="28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455B81B-64B5-4355-898D-FA1C40A9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Build image Cloud Notes, uji API, dan telusuri lifecycle data</a:t>
            </a:r>
            <a:endParaRPr sz="1600"/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1A619083-44DA-45EF-8350-42963B069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5EFED3E-8134-4973-85D9-874865EE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5  |  DOCKER CORE CONCEPTS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1ACB22E1-DA1A-456A-905B-0EFF74405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3A63B8D2-B10F-4FDA-9786-A40A8B176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7892638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69FE07F-88ED-4D39-AC9D-07927658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9BDD486-6E06-4062-93B6-D5A34A8A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EB4A402-1677-4C6C-970A-13E5E6BC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94d57e08e74a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961f577fba42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4649277-D877-4876-9011-770B7480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D1D7C52-0726-4A7D-B531-0C46BB82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05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91B9C26-BAE2-41B7-8FBA-34339A9D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Dari Dockerfile ke API yang dapat diuji lewat browser dan terminal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590E0DC-A4D5-44A2-91B3-3FFE1852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779FC736-2B97-468D-8B75-B0D9CD4C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 xmlns:a="http://schemas.openxmlformats.org/drawingml/2006/main">
            <a:pPr marL="0" indent="0">
              <a:buNone/>
            </a:pPr>
            <a:endParaRPr sz="1100" b="1" kern="0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31e0c9cde842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86B6925A-39DB-4536-9A55-A1C1B207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Baca Dockerfile Python multi-stage</a:t>
            </a:r>
            <a:endParaRPr sz="1600"/>
          </a:p>
        </p:txBody>
      </p:sp>
      <p:pic>
        <p:nvPicPr>
          <p:cNvPr id="5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2ea7fdc0e941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5D5F61E1-4B11-4E84-9D29-C5C14F28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Build image bertag lab05</a:t>
            </a:r>
            <a:endParaRPr sz="1600"/>
          </a:p>
        </p:txBody>
      </p:sp>
      <p:pic>
        <p:nvPicPr>
          <p:cNvPr id="5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50ab48e3a04a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B41D8ED0-4E77-4D16-8F73-1555ED39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Run APP_ENV pada port 8000</a:t>
            </a:r>
            <a:endParaRPr sz="1600"/>
          </a:p>
        </p:txBody>
      </p:sp>
      <p:pic>
        <p:nvPicPr>
          <p:cNvPr id="5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d201dc54be49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4B0AE282-002D-4B7F-879F-C936CD8B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user runtime non-root</a:t>
            </a:r>
            <a:endParaRPr sz="1600"/>
          </a:p>
        </p:txBody>
      </p:sp>
      <p:pic>
        <p:nvPicPr>
          <p:cNvPr id="58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4cba835a5e49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2D58D558-B7DD-4261-A5E4-5DCBD042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health, POST/GET, HTTP 422</a:t>
            </a:r>
            <a:endParaRPr sz="1600"/>
          </a:p>
        </p:txBody>
      </p:sp>
      <p:pic>
        <p:nvPicPr>
          <p:cNvPr id="60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e97908b73449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EEFC70BE-F5D5-4AC2-837B-73EF71E1B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Buktikan data memori hilang</a:t>
            </a:r>
            <a:endParaRPr sz="1600"/>
          </a:p>
        </p:txBody>
      </p:sp>
      <p:pic>
        <p:nvPicPr>
          <p:cNvPr id="62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119cf21a614f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01C8E575-3178-46DF-AF38-E8FAE8D4C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Selesaikan GET /stats dan Git</a:t>
            </a:r>
            <a:endParaRPr sz="1600"/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246E86C9-99AA-46FB-A204-8BB77A0E8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CBB25012-0874-4247-921F-E86D30DE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PROYEK KELOMPOK</a:t>
            </a:r>
          </a:p>
          <a:p xmlns:a="http://schemas.openxmlformats.org/drawingml/2006/main">
            <a:pPr marL="0" indent="0">
              <a:buNone/>
            </a:pPr>
            <a:endParaRPr sz="1100" b="1" kern="0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Tim 3 orang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BD19F59B-62C8-423B-97A1-D7B027B9E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Image API menjadi backend proyek 3 orang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Uji health, REST, dan validasi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Simpan bukti bila berguna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Minggu 7 dan 14; tanpa nilai Lab 05</a:t>
            </a:r>
            <a:endParaRPr sz="17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E132022B-6119-482D-AF2A-1365907D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F93B20C-F443-4ADA-9B8B-9AC1710BA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21004739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FE68F81-4685-41BF-BAE8-CE6F307A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C9F44A9-6F70-4131-AA8B-399DB4CB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67CEE96-39AA-4AF9-8BA7-F39FCFE6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7a2734a9f04d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7702c552b042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238B35C-BE05-428F-89FF-9AA7F060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8A1DC5C6-93A1-45F1-96E6-2880F5294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Baca Dockerfile dan build image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0E7BCE2-D60F-4CAF-ABF8-732A733FE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Dari root repo Lab 05; Bash memakai perintah satu baris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2277443-1F79-4341-A7AB-AEBDE329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404D7E8-5F15-4D7A-B54D-2DA7AF58D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833F66E-040D-4440-9BD3-7CAB5D9C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2B5AD7A3-60DF-4D2F-AAA2-57180ECDE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F6CFE9A-23E5-4F06-80B1-FAA1D411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CB21A341-E02E-4DBD-BA05-4D3E1C80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5B69451-1C5B-4CCA-89CE-EC5781F67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version
docker build -t cloud-notes-api:lab05 .
docker image ls cloud-notes-api
docker image inspect cloud-notes-api:lab05 `
  --format '{{.Config.User}}'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D44D63B6-72BE-4C23-8243-F66F73A4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7668104E-D7B8-41A2-BFEC-5774670D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0F6EFD11-2D21-4934-A2A0-D4668348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C8F92BE-8D4A-4003-9C27-E2D6B05A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D90223C-D061-4C28-AEF4-1155010A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1A486DE-A3EF-41DF-8EDE-96F734E6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Fungsi tiap tahap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17D92E27-231B-4FEB-A0FC-EFD82339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... AS builder: pasang paket Python.
COPY requirements.txt sebelum source:
cache build tetap berguna saat kode berubah.
FROM ... AS runtime: salin venv dan app.
USER appuser: proses bukan root.
EXPOSE 8000 hanya metadata image.
Tanda titik pada build = build context.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9706726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76A820-2F3F-4C43-8396-BC7FCD8C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1E62121-76CB-4CE6-9CA3-676AE837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5402310-0C91-4501-82BC-8CE01474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f6fc472d6b4c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670b5c1fad46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1B32D2C-FE81-4B25-8431-C1218AA6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25BF967-E8FE-4863-8049-C499A524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Image, user, dan port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D4C36EC-136C-41F2-B412-07820659C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Docker aktual dari build dan container lokal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29F27ED-2A0D-4B29-8875-4DD5992A1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AE383DCC-F09A-481B-8F10-BDD24E33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70aa2bd3bc40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49D3F884-E821-41A0-8378-D885BAAC2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docker build membuat image bertag.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140ace6cb74b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D7FA931F-D41C-4F62-899C-F2D66F038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docker image inspect membaca metadata.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31502cc7fb4e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BF34FA6C-BB94-4124-8067-42DE2585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docker run membuat proses container.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a2b15dc6044c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CBB023B-9D97-4B45-A363-7B2B90846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-p memetakan host 8000 ke API 8000.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df7939284c4a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5FFDC1BD-F23A-4CB2-8FB5-46DC0FF1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docker exec id menunjukkan UID 10001.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dc438c28a840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AC7152FE-9287-439F-9954-E438A7297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Ukuran image dapat berbeda tiap mesin.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a6a2e8d64444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3F8A31E6-5764-4FD6-AE9A-A2B8FAAF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Cek nama dan port sebelum lanjut.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DEB391B2-97C7-4F61-96F2-4B9B76C65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0C349155-9ABB-4395-AA21-FE54677F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D22F4850-1B24-4302-BD73-D6ABE194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4F2D6859-8782-4A41-93D0-7DA7D6CA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8E4B399C-6941-46AB-906D-C84660CF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Baca tag, UID appuser, dan port 8000.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1913ec347845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172843"/>
            <a:ext cx="5084064" cy="28597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4231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F0B1FAC-4297-45D0-AEA9-66D0737E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2C596A5-CA54-405C-AFEE-54F9AE9B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1C6AB12-80D6-4BE0-8A5B-CAFFB8E3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b7b962157b42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d0badfd63c4c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AB77872-10A3-4550-81EB-E7F16182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9C9596D-2829-4681-BF20-5EF4844B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Jalankan API dan buka OpenAPI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504C152-39AC-466E-91A5-24CA1BD3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Container hidup terpisah dari image yang disimpan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CBD709E-2676-4DAC-890E-2ACE45D3B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4AA38FDD-8339-46BA-B8CA-157DA418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52C1274A-89A0-41D0-8A62-D16529A3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E572F59-CAA6-4C81-BAEA-217DCE02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CBC3193E-1D84-4461-92B7-AB36E910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CC0B2984-2A1D-481A-A8C7-93867C727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terminal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EF46B447-8576-4103-9140-1C697F3F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run --name cloudlab-api -d `
  -p 127.0.0.1:8000:8000 `
  -e APP_ENV=classroom `
  cloud-notes-api:lab05
docker ps --filter name=cloudlab-api
docker logs cloudlab-api
docker exec cloudlab-api id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D50C2DC1-1060-43D9-B017-85D23D98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276CAFE0-9D97-4FFF-84C9-044C0AF3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1B4F3ED4-0B6D-4118-BC0C-1374B334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A3D260D1-343C-43D8-87CF-2EB6DDD2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A256B8ED-F383-4DA1-B42D-EC8784AA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90489927-333F-4323-9C59-634051A9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Cara kerja dan hasil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8C662D18-8A3E-46FC-A012-3027CE0F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-d menjalankan di latar belakang.
-p membatasi akses host ke loopback.
-e mengisi lingkungan saat runtime.
logs menampilkan Uvicorn siap.
exec id membuktikan user non-root.
Buka http://127.0.0.1:8000/docs.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5869257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62832AA-B698-4CD9-8CCC-DDB29F2A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9A4789C-195B-44AD-AC12-5C246CE5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99461FA-77E5-4033-8FBF-46E6510E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8c51967eea40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0de55503dd42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E34301C-C397-481D-9ED2-6F249AC31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D11A578-6A20-4677-AC1D-0246DB34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Dokumentasi web API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BA51FD5-1EBF-4054-88D2-981E52EB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FastAPI membuat OpenAPI dari endpoint yang hidup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BFCFFEC-3E4B-45A3-9E6A-7193E2F8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D7B7942-74B5-4DF7-9A85-2DB08DDB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a421e5ae0a40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C8720EF1-98BE-440F-875D-4B09A178C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Buka URL /docs setelah docker run.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a6fa9adacc48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6665C3DA-6ECC-4602-9F1A-E14264AE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Browser masuk lewat port host 8000.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4fcb3c83c242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34BB8EC7-539B-441E-9772-4E82EE7B4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FastAPI menyajikan Swagger UI.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cb67d433704a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41296507-3FBC-416E-AE94-3FBB6FE5D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Cari GET /health dan GET /runtime.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1170ab403c47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B19AF6B9-63C6-4F2D-B035-6C9F080F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Cari POST /notes dan GET /notes.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94c50c94d64f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DE6F5406-FD95-4B98-BF5E-9280060E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Endpoint menampilkan schema request.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5e505141b540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5AEEBCAA-F229-4126-AE63-A05737A0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Jika kosong, lihat docker logs.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6680615F-653A-4764-80A3-18E50FC2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F80E154C-7B2A-436E-92F5-F01E178B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8CD47091-12E0-4A56-929D-3D53A6C8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29DCAAE7-121F-4388-BC60-443F0653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422767C4-99BC-46C1-AB38-6FD4A848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OpenAPI tampil pada localhost:8000/docs.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5ff9e4810c4f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99338" y="2057400"/>
            <a:ext cx="4323563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1032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1A41396-021E-494B-AAD7-5E7795F1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DF9D0E0-8CFB-4F77-AA8E-EF13E64E7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0829D7F-D1E9-435F-8BEF-1B08591A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6e762915ed4e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73bf2f2e440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BE131A5-B9E1-487C-A35A-0CFDA724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42A26E8-13BE-47A8-A5B5-3D3F3BCF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Uji request dan respons HTTP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550B486-D4D2-4FFE-A415-3C0BB005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PowerShell: terminal Windows; contoh Bash ada di modul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F7EFBC4-1A6C-4932-A7AE-FA846285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0B009937-CFDA-47D9-B6D1-21061F58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BC906492-56DA-4687-B811-B8E0FD923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BD40E66E-C769-45CB-AFC4-6C5F156B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88055D29-36F6-4A8F-A558-BC0D36CF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F4F13C5-7A0F-485C-98ED-684C529B5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216BD602-565D-4B39-B21C-0850A894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Invoke-RestMethod http://127.0.0.1:8000/health
Invoke-RestMethod http://127.0.0.1:8000/runtime
$body = '{"title":"Docker","content":"Kelas"}'
Invoke-RestMethod http://127.0.0.1:8000/notes `
  -Method Post -ContentType application/json `
  -Body $body
Invoke-RestMethod http://127.0.0.1:8000/notes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4FC6667E-BC5A-4494-A9AC-9AC77F6C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1DD64200-FD8A-4112-90FF-65870FAA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B8FAD6A4-6D3E-4B3F-B232-6A162033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B34F514C-D843-421F-9034-94FF2F58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DFB0AA80-B6E3-4FB5-A7D7-3DD8CCCB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14AEEB9-FF00-40A8-871F-075FDA8E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Arti hasil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8C5BA441-A1CC-4C65-B69D-A9B0E6EEC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/health membuktikan proses merespons.
/runtime menunjukkan APP_ENV=classroom
dan storage=memory.
POST membuat item, HTTP 201.
GET membaca item yang sama.
Data saat ini berada di memori proses,
belum di PostgreSQL.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5875380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7D1690F-F165-4F75-85B1-7C6ABE417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200C0D8-C3B9-42ED-9CDD-139F0607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BDAFDFB-A98B-460A-956C-B87FC123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2165bea36743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8e360d8534e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D39FCBC8-085B-43DB-8BF1-132A0E9F2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D078660-2977-42F6-9938-F3468D523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Health, runtime, POST, GET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7E8AC49-400F-4641-B8A8-A4111A835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Satu alur baca dan tulis Cloud Notes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4B7DB16-2868-4CFB-86BA-61E28A6E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2ABB4B9F-783D-49B8-8E84-66DEE7B9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db179e8f6043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21B8F3DD-819C-4A45-82A4-9C187902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GET /health memeriksa API.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4503822a0b45a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8B34538D-C99A-4D60-9896-DDB83EB0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GET /runtime membaca APP_ENV.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1a070913c48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6F0803C6-D1E3-4789-AB5C-F5AA208B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POST /notes mengirim JSON.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1f6007cb1245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689D715-113F-4786-A9EA-3C3BC110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FastAPI membuat ID catatan.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0224cff31d44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E4831475-F991-47F8-B116-071D79B5F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GET /notes membaca daftar terbaru.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a43688998f47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6A01F202-6B4B-4CE9-A9ED-92D21620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ID dapat berbeda di komputer lain.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248c52df6842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C8CF284B-596A-4E15-B36E-FEA8F181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Bandingkan judul sebelum/sesudah.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EBBA64D0-5A1F-41F5-ADBB-F3628C3D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F93B6FBA-EBF8-4CE7-8FD0-1285046C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91813A75-E7B7-4EC5-8D3B-80B050F5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24D0E304-2674-4327-9089-436C00B6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C3C8DCEE-F101-4F75-815A-E51E4567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Status sehat dan catatan baru terlihat.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23b5a37e2b4e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172843"/>
            <a:ext cx="5084064" cy="28597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5760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49D98AC-5F7F-4709-834C-D303B52E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458FC16-116F-4454-850E-2DB5624D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83E267D-F69D-494C-A64F-8535C873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0fe011a7b14e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cb44673d6848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4A1A31B-AEEB-41E0-808C-AFDD12D41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1FEAFCC-A483-491B-A0F6-B28DD5E3F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Uji validasi dan reset proses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0A7B53A-26A8-4A3A-A1D5-358EBE7F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Simulasi kegagalan input dan hilangnya state sementara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0435253-6016-4F4F-AC22-3B4A4D5F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EE3EF06-E15D-4EA4-8B85-2DACAB14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D0480F6F-00EF-4E5F-8ECA-CB27F6799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CBAD3BE7-D024-44F0-923A-E05A7EBE8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B7B5A7F-EE12-42DD-A6B6-BD66DF09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8620E4A-F55F-4430-B93D-46CF853F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2C692646-7FC7-4A6F-9F51-D9892402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$bad = '{"title":"","content":"uji"}'
try {
  Invoke-WebRequest http://127.0.0.1:8000/notes `
    -Method Post -ContentType application/json `
    -Body $bad -UseBasicParsing
} catch { [int]$_.Exception.Response.StatusCode }
docker rm -f cloudlab-api
# Jalankan ulang docker run pada slide 5.
Invoke-RestMethod http://127.0.0.1:8000/notes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8165690C-A924-4219-BEBF-8CC33078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3263ACB3-C1D0-4CFA-A71E-2B496622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05B1250A-F57A-44F7-BA37-D8C8E607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1A65B0E3-2B3A-4293-91BB-6E8F3CC7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E461400D-D4A9-4F10-AE1D-9CB0DC72C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3552A46-126E-4F12-9953-F11365CB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Kasus kerja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715419D-CADB-4636-B31E-087F36ADA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 Pydantic menolak title kosong:
HTTP 422, aplikasi tetap hidup.
Container baru memulai proses baru;
dictionary catatan kembali kosong.
Ini alasan Lab 06 menambah Postgres.
Jangan mengandalkan memori proses
untuk data yang harus bertahan.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8317308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624679A-EF07-46AA-AC57-A32F0DF6B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B5B7D2A-7166-43CD-B75B-EB4A760C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01393B2-0861-4A50-B969-1AE54227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b3f27a265646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40dbc2793f47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6E7E515-4CAD-4068-A020-1902FBAC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ED970ED-F97E-4028-B149-2551458B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422 dan data sementara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A4ECB65-DEBB-4D0A-8631-6009C80E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Respons gagal yang diharapkan, lalu container baru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BCC18F37-EE0F-431B-B82A-2A2219B5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C09281D-3002-4B59-87A6-058045CED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12cb379da24a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5B092584-FD60-4C53-AF4D-437A1578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Kirim POST dengan title kosong.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ae280410da40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85772F5D-B135-4A9D-A83D-8D972D319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HTTP 422 berarti input ditolak.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937856b59b41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8A381A57-3E3C-49A3-B05A-1B87A41C8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Hapus hanya container cloudlab-api.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19a3a974dd4f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FDA997C0-F7E1-4557-9691-647AD7B8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docker run ulang dari image sama.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b4c1ed4b6341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28572721-2678-4962-BFE7-0E319C12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GET /notes kini daftar kosong.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e9fd69fcc24f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021796A0-F676-4BDD-8B3F-27E6DC749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Image tetap ada di docker image ls.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8ba7a317f447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F2DB9346-1D8C-4DD1-91FE-408EF18D2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Pilih DB untuk data persisten.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1D921015-826D-4AE9-AFC7-D3EBBECA9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A819DC53-4BD1-4ED9-A52F-1DE320E6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EADEA6A-BB29-4392-8C90-0308C1E81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3100BA45-8CEF-48DC-A26F-5298B6763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4117F50E-E590-4F60-8D72-E48B8058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422 terlihat; catatan lama hilang setelah run ulang.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58ce35cd6e49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172843"/>
            <a:ext cx="5084064" cy="28597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7030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767B853-88DA-46F7-8507-F96078F1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3D5766B-F073-4FE3-916A-7D321E80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45828F8-46C5-40F1-8CEA-789FDA9DE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96e8476b1840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c1b5088d34b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54E2DC9-BE3F-436C-94E9-B24365D29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C1423DE-7B38-45B1-9068-7222697B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Kunci tantangan GET /stats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F17EF05-2EC6-4863-AEE2-46BB27C27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Kasus support: jumlah catatan tanpa membaca seluruh isi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837DE09-938D-489D-8BA0-8BE53289E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C8B180D-8BFF-4881-A672-71FA806E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DFFF52FE-DD78-4CCF-96A9-3D63DC18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92E09B65-FC72-4F6C-837D-3BE058F06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0D89E5B-3A78-456B-9CD6-D8D24E67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3F4D8C6-7856-4DD9-B9F4-45A4A409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Tambahkan ke app/main.py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849E5ED7-4DB8-45BD-8631-79B90BB0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@app.get("/stats")
def stats() -&gt; dict[str, int]:
    with _lock:
        titles = [x["title"]
                  for x in _notes.values()]
        longest = max(map(len, titles),
                      default=0)
        return {
          "note_count": len(titles),
          "longest_title_chars": longest,
        }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D226ECB3-87B2-480A-8E75-582C180D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C4CF3401-9A67-4E75-98F9-28ADEE05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EE85D73E-F6F0-40F0-9E87-26418E8A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C6CB8DE7-53C7-462A-A302-A9A200299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5E80A3A-299A-44E3-BF41-FA9C8952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6D5D69DA-33EB-4B48-9AA1-2AE057A9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Uji kunci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69E12D5E-33F9-4347-8F37-AE82AB305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Build ulang: cloud-notes-api:stats.
Jalankan container dari tag baru.
GET /stats awal: 0 dan 0.
POST dua catatan, GET /stats lagi.
_lock memberi snapshot konsisten.
default=0 menangani daftar kosong.
File host berubah tidak otomatis
mengubah image yang sudah dibuat.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6599340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6303DED-9921-4461-ACCB-618F9D39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C829700-C8EB-43DB-8EE0-26BF3CC6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E763774-B9E8-4C9B-94A0-CD14CEFC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2bc0ab61e040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c487b3c7f64d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E525BDC-1551-43FE-983D-E6DCAF54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6C4EE2D-53BB-436D-929B-EADBFC03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6 | Port alternatif saat Lab 06 aktif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E27FE6C-DAF7-43FC-B31F-E6C9ECD93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Docker Desktop menunjukkan host 8005 menuju port container 8000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343CB5E-BCF3-4650-92EE-87867A37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1FC35A9-BCF3-4455-AB4F-11BDEE0C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D5407821-3C57-408E-ADC6-5626B191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FCEA20D-E82F-4059-8613-A99F8C88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DD8D67A-37D8-4E79-A7C2-4D1F8885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0FC0DE8-C916-44A3-BC4C-1BB105DA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FAF4A754-DA2C-4DEF-B303-FECA794B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run --name cloudlab-api-visual -d `
  -p 127.0.0.1:8005:8000 `
  -e APP_ENV=classroom `
  cloud-notes-api:lab05
docker ps --filter name=cloudlab-api-visual
Invoke-RestMethod `
  http://127.0.0.1:8005/health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E9511EF6-AC1D-401B-875F-9FA16E4D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CCAE4FA6-21F6-4C49-B452-F34198D3F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65873150-8443-4307-83C6-BF3BAE627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B7111EDB-7E68-4792-8405-171D8BA3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8C7B973-EAB6-4CAD-9720-7D9041CE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7D5B8AC-37F3-47B4-81A0-E5F3F0743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Cara kerja pemetaan port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8A9F721B-850F-404E-908F-A4AFC60D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8005 = port host yang dibuka browser.
8000 = port Uvicorn di container.
Lab 06 boleh tetap memakai host 8000.
Satu host port tidak boleh dipakai ganda.
Buka http://127.0.0.1:8005/docs.
Nama container harus unik pada engine.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11419788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E34EF0E-B515-4551-A6C5-E090CBC1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E24341D-08B7-44BF-B256-ED78D70A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4AD45B5-AB7D-4C24-91D5-89ADD9E97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3528cc9a0c46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a357c9d5024b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8B2DF1D-7817-4C6B-B8F1-7BCA9C893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32F7897-36B5-4304-833F-E83718E3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 | Docker Desktop port 8005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6C20F17-AFBC-499D-AA6F-784E2041A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Tampilan aktual container Cloud Notes ketika Lab 06 memakai port 8000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D50D318-E4D0-4B09-86A1-4BFA3818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EA2A30E-7E54-4C52-BF6A-771549BE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da21fb3ec74f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2196158A-C9E2-4C11-9F27-89056F459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Buka Docker Desktop: Containers.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6905fbeed841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C5E0BD21-09B0-4D03-980A-50199649A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Cari cloudlab-api-visual.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15eded565846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1C365243-86E6-46BD-9C8D-561EB661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Titik hijau berarti container hidup.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62110dcc8646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EA8301D-F13C-400E-82CB-E72B95EC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Kolom Port(s) menunjukkan 8005:8000.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b1bc6c435542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E3B47864-5F09-4F6C-993E-140E84EF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Klik port untuk membuka web host.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11ace007cd4d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3F026E13-1B39-4C4C-A1BC-722C821F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Container tetap mendengar port 8000.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239a3d177e40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99C70399-BAE8-43AF-B6AF-268F3B93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docker ps membaca engine yang sama.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D4223056-FB19-46C8-A0BE-D28FF2DB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DB23192B-BE08-4653-98EC-CEF96EE0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CFE40829-985D-459B-94D8-02C39D4F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74512C47-64B7-48B3-9A66-FC5730F2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F9F7D7FD-31C2-40D6-BFB4-1EA24090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cloudlab-api-visual hidup pada host 8005.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d58cac4c343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219216"/>
            <a:ext cx="5084064" cy="27670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88860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4195355-432D-4B00-AD25-4B70A7AD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C4F8F65-9AE5-4627-BE35-AF97F69A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6118AA0-25CF-4D4A-8218-C6F92C9F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f22c39209641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0b6770bc8441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2E8A019-D718-4BF9-9879-C24D1B31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4A67422-4888-47C4-BF0C-472CF185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7 | Bersihkan dan push kode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5F76346-7EDD-4753-91EF-69D6A3730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Git menyimpan source; registry menyimpan image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FB16BB9-E389-4800-96CF-0F48DDBD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58CAF1F-3439-4600-9C21-DF7D9C42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C1D234B-9666-4595-B18B-1E4F1C4D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90D9D94-F0D7-40D1-B170-BCF0A013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8C25078D-558F-47D4-9267-E84C0DF2F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71539AB2-7747-47B6-8962-FC9B7F61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terminal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661CF0F-6CD8-4132-80A2-55B17FCD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rm -f cloudlab-api
docker rm -f cloudlab-api-visual
git status --short
git add Dockerfile .dockerignore requirements.txt
git add app MODUL_MAHASISWA.md hasil
git diff --cached --name-only
git diff --cached --check
git commit -m "lab05: uji Cloud Notes API"
git push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60191EEF-864E-4C15-B4C2-2DA92381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3053A71C-47DB-4A89-934F-7218DE42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2DC2A5A-B639-4BF2-A96E-D156F9940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79925180-116A-40F5-9878-221B63FC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0F7A00B-013E-4E4A-AB1E-260CB67F8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C76C490-D97D-4F2E-AB27-7D90C611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Pemeriksaan sebelum push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4F5181F-B800-4768-9A92-DDF237A7B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Jangan stage .env, token, atau cache.
Simpan screenshot hasil Anda sendiri.
Jika folder hasil/bukti belum ada,
hapus argumen itu dari git add.
Docker Hub opsional: tag, login,
push hanya dengan akun yang tersedia.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49407822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087EB02-3B3B-4002-A075-345A84CD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CFB412-28DE-4EC3-9AC2-0CB24E23F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25ACCF0-05B2-4F91-827D-85AB5E0A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d9169d752b4b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4523748ce94e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C0E3C9E-B1C7-4BC7-9179-F2FCB1ED8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1EBAC95-D75E-4D81-98C9-5A6B4221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awal | Dockerfile dan Engine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6EC1A75-5648-45FB-B3BB-0A9A7E91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docker version menguji daemon; Select-String membaca instruksi Dockerfile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2522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7500"/>
            <a:ext cx="112522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77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builder; RUN pip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RUNTIME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USER appuser; CMD API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PORT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Container mendengar 8000</a:t>
            </a:r>
          </a:p>
        </p:txBody>
      </p:sp>
      <p:pic>
        <p:nvPicPr>
          <p:cNvPr id="56" name="Picture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06df208b9543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1350" y="1490898"/>
            <a:ext cx="10343900" cy="372380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10501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67C57EB-DB2F-4960-A145-F4D54849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6F837AA-8E7C-4B6D-9133-0DAEF4C4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BA28D69-11D5-46BA-9D13-9E2646DC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c8e29e09b348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c1d46adef84a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68ECEF0-5C08-49F7-A03F-0156C572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5C2984C-7C12-4C32-BA83-68CA1E170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Git | repo Lab 05 terbit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5EABBF5-FF50-4476-96E7-D989A3DD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Push memperbarui origin/main; SHA sama membuktikan commit terbit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2522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7500"/>
            <a:ext cx="112522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77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TUJUAN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 = meet5CloudService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HASIL PUSH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SHA lokal = remote saat uji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MAHASISWA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git push -u origin main</a:t>
            </a:r>
          </a:p>
        </p:txBody>
      </p:sp>
      <p:pic>
        <p:nvPicPr>
          <p:cNvPr id="56" name="Picture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e4b51925dc45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6439" y="1490898"/>
            <a:ext cx="9873722" cy="372380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54847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2026-10-07T19:03:53.6930000Z</dcterms:created>
  <dcterms:modified xsi:type="dcterms:W3CDTF">2026-10-07T19:03:53.6930000Z</dcterms:modified>
</coreProperties>
</file>