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88" r:id="rId2"/>
    <p:sldId id="289" r:id="rId3"/>
    <p:sldId id="290" r:id="rId4"/>
    <p:sldId id="291" r:id="rId5"/>
    <p:sldId id="292" r:id="rId6"/>
    <p:sldId id="293" r:id="rId7"/>
    <p:sldId id="294" r:id="rId8"/>
    <p:sldId id="295" r:id="rId9"/>
    <p:sldId id="296" r:id="rId10"/>
    <p:sldId id="297" r:id="rId11"/>
    <p:sldId id="298" r:id="rId12"/>
    <p:sldId id="299" r:id="rId13"/>
    <p:sldId id="300" r:id="rId14"/>
    <p:sldId id="301" r:id="rId15"/>
    <p:sldId id="302" r:id="rId21"/>
    <p:sldId id="303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94126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24688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COMP6991031   |   PRAKTIKUM 5   |   100 MENIT</a:t>
            </a: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457200" y="27889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CORE</a:t>
            </a:r>
            <a:endParaRPr lang="en-US" sz="5000" dirty="0"/>
          </a:p>
        </p:txBody>
      </p:sp>
      <p:sp>
        <p:nvSpPr>
          <p:cNvPr id="6" name="Text 2"/>
          <p:cNvSpPr/>
          <p:nvPr/>
        </p:nvSpPr>
        <p:spPr>
          <a:xfrm>
            <a:off x="457200" y="36118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MULTI-STAGE</a:t>
            </a:r>
            <a:endParaRPr lang="en-US" sz="2800" dirty="0"/>
          </a:p>
        </p:txBody>
      </p:sp>
      <p:sp>
        <p:nvSpPr>
          <p:cNvPr id="7" name="Text 3"/>
          <p:cNvSpPr/>
          <p:nvPr/>
        </p:nvSpPr>
        <p:spPr>
          <a:xfrm>
            <a:off x="457200" y="42519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image Cloud Notes, uji API, dan telusuri lifecycle data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715000" y="48006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57200" y="49377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kern="0" spc="3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PERTEMUAN 5  |  DOCKER CORE CONCEPTS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Budi Juarto, S.T., M.Kom.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Departemen Informatika  -  BINUS @Bandung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7892638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praktik Lab 05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Dockerfile ke API yang dapat diuji lewat browser dan terminal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PRAKTIK INTI</a:t>
            </a:r>
          </a:p>
          <a:p>
            <a:pPr marL="0" indent="0">
              <a:buNone/>
            </a:pPr>
            <a:endParaRPr lang="en-US" sz="1100" b="1" kern="0" spc="300">
              <a:solidFill>
                <a:srgbClr val="F370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 yang tersedia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Baca Dockerfile Python multi-stage</a:t>
            </a:r>
            <a:endParaRPr lang="en-US" sz="16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image bertag lab05</a:t>
            </a:r>
            <a:endParaRPr lang="en-US" sz="16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APP_ENV pada port 8000</a:t>
            </a:r>
            <a:endParaRPr lang="en-US" sz="16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Periksa user runtime non-root</a:t>
            </a:r>
            <a:endParaRPr lang="en-US" sz="16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health, POST/GET, HTTP 422</a:t>
            </a:r>
            <a:endParaRPr lang="en-US" sz="160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Buktikan data memori hilang</a:t>
            </a:r>
            <a:endParaRPr lang="en-US" sz="1600" dirty="0"/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Selesaikan GET /stats dan Git</a:t>
            </a:r>
            <a:endParaRPr lang="en-US" sz="1600" dirty="0"/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YANG DIKUMPULKAN</a:t>
            </a:r>
          </a:p>
          <a:p>
            <a:pPr marL="0" indent="0">
              <a:buNone/>
            </a:pPr>
            <a:endParaRPr lang="en-US" sz="1100" b="1" kern="0" spc="300">
              <a:solidFill>
                <a:srgbClr val="F370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mesin sendiri</a:t>
            </a: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Dockerfile dan source API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Bukti build, OpenAPI, HTTP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Kunci GET /stats pada salinan sendiri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Commit Git tanpa secret</a:t>
            </a:r>
            <a:endParaRPr lang="en-US" sz="1700" dirty="0"/>
          </a:p>
        </p:txBody>
      </p:sp>
      <p:sp>
        <p:nvSpPr>
          <p:cNvPr id="29" name="Shape 18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Ikuti modul mahasiswa untuk perintah lengkap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004739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| Baca Dockerfile dan build image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root repo Lab 05; Bash memakai perintah satu baris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docker version
docker build -t cloud-notes-api:lab05 .
docker image ls cloud-notes-api
docker image inspect cloud-notes-api:lab05 `
  --format '{{.Config.User}}'</a:t>
            </a:r>
            <a:endParaRPr lang="en-US" sz="15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Fungsi tiap tahap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 pitchFamily="34" charset="-122"/>
                <a:cs typeface="Consolas" pitchFamily="34" charset="-120"/>
              </a:rPr>
              <a:t>FROM ... AS builder: pasang paket Python.
COPY requirements.txt sebelum source:
cache build tetap berguna saat kode berubah.
FROM ... AS runtime: salin venv dan app.
USER appuser: proses bukan root.
EXPOSE 8000 hanya metadata image.
Tanda titik pada build = build context.</a:t>
            </a:r>
            <a:endParaRPr lang="en-US" sz="16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06726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1 | Image, user, dan port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Docker aktual dari build dan container lokal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PERINTAH, FUNGSI, DAN HASIL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docker build membuat image bertag.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docker image inspect membaca metadata.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docker run membuat proses container.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-p memetakan host 8000 ke API 8000.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v-SE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docker exec id menunjukkan UID 10001.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Ukuran image dapat berbeda tiap mesin.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Cek nama dan port sebelum lanjut.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PADA MESIN UJI</a:t>
            </a: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sp>
        <p:nvSpPr>
          <p:cNvPr id="29" name="Shape 18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Baca tag, UID appuser, dan port 8000.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4E5A870A-7D27-2EAF-B6CB-7FA7B890CF7F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6419088" y="2172843"/>
            <a:ext cx="5084064" cy="2859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4231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i-FI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| Jalankan API dan buka OpenAPI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hidup terpisah dari image yang disimpan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Perintah terminal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docker run --name cloudlab-api -d `
  -p 127.0.0.1:8000:8000 `
  -e APP_ENV=classroom `
  cloud-notes-api:lab05
docker ps --filter name=cloudlab-api
docker logs cloudlab-api
docker exec cloudlab-api id</a:t>
            </a:r>
            <a:endParaRPr lang="en-US" sz="15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Cara kerja dan hasil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 pitchFamily="34" charset="-122"/>
                <a:cs typeface="Consolas" pitchFamily="34" charset="-120"/>
              </a:rPr>
              <a:t>-d menjalankan di latar belakang.
-p membatasi akses host ke loopback.
-e mengisi lingkungan saat runtime.
logs menampilkan Uvicorn siap.
exec id membuktikan user non-root.
Buka http://127.0.0.1:8000/docs.</a:t>
            </a:r>
            <a:endParaRPr lang="en-US" sz="16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6925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2 | Dokumentasi web API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membuat OpenAPI dari endpoint yang hidup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PERINTAH, FUNGSI, DAN HASIL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v-SE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Buka URL /docs setelah docker run.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Browser masuk lewat port host 8000.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FastAPI menyajikan Swagger UI.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Cari GET /health dan GET /runtime.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Cari POST /notes dan GET /notes.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Endpoint menampilkan schema request.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v-SE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Jika kosong, lihat docker logs.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PADA MESIN UJI</a:t>
            </a: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sp>
        <p:nvSpPr>
          <p:cNvPr id="29" name="Shape 18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OpenAPI tampil pada localhost:8000/docs.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25370CD8-D2B2-ABD7-59DC-D7B8458AEC54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6799338" y="2057400"/>
            <a:ext cx="4323563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103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| Uji request dan respons HTTP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PowerShell: terminal Windows; contoh Bash ada di modul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Invoke-RestMethod http://127.0.0.1:8000/health
Invoke-RestMethod http://127.0.0.1:8000/runtime
$body = '{"title":"Docker","content":"Kelas"}'
Invoke-RestMethod http://127.0.0.1:8000/notes `
  -Method Post -ContentType application/json `
  -Body $body
Invoke-RestMethod http://127.0.0.1:8000/notes</a:t>
            </a:r>
            <a:endParaRPr lang="en-US" sz="15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Arti hasil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 pitchFamily="34" charset="-122"/>
                <a:cs typeface="Consolas" pitchFamily="34" charset="-120"/>
              </a:rPr>
              <a:t>/health membuktikan proses merespons.
/runtime menunjukkan APP_ENV=classroom
dan storage=memory.
POST membuat item, HTTP 201.
GET membaca item yang sama.
Data saat ini berada di memori proses,
belum di PostgreSQL.</a:t>
            </a:r>
            <a:endParaRPr lang="en-US" sz="16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75380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3 | Health, runtime, POST, GET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alur baca dan tulis Cloud Notes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PERINTAH, FUNGSI, DAN HASIL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GET /health memeriksa API.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GET /runtime membaca APP_ENV.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POST /notes mengirim JSON.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FastAPI membuat ID catatan.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GET /notes membaca daftar terbaru.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ID dapat berbeda di komputer lain.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Bandingkan judul sebelum/sesudah.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PADA MESIN UJI</a:t>
            </a: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sp>
        <p:nvSpPr>
          <p:cNvPr id="29" name="Shape 18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Status sehat dan catatan baru terlihat.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26222835-7653-E302-CED6-59B5C098FF4D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6419088" y="2172843"/>
            <a:ext cx="5084064" cy="2859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5760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| Uji validasi dan reset proses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Simulasi kegagalan input dan hilangnya state sementara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$bad = '{"title":"","content":"uji"}'
try {
  Invoke-WebRequest http://127.0.0.1:8000/notes `
    -Method Post -ContentType application/json `
    -Body $bad -UseBasicParsing
} catch { [int]$_.Exception.Response.StatusCode }
docker rm -f cloudlab-api
# Jalankan ulang docker run pada slide 5.
Invoke-RestMethod http://127.0.0.1:8000/notes</a:t>
            </a:r>
            <a:endParaRPr lang="en-US" sz="15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Kasus kerja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 pitchFamily="34" charset="-122"/>
                <a:cs typeface="Consolas" pitchFamily="34" charset="-120"/>
              </a:rPr>
              <a:t>Validasi Pydantic menolak title kosong:
HTTP 422, aplikasi tetap hidup.
Container baru memulai proses baru;
dictionary catatan kembali kosong.
Ini alasan Lab 06 menambah Postgres.
Jangan mengandalkan memori proses
untuk data yang harus bertahan.</a:t>
            </a:r>
            <a:endParaRPr lang="en-US" sz="16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1730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4 | 422 dan data sementara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 gagal yang diharapkan, lalu container baru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PERINTAH, FUNGSI, DAN HASIL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nn-NO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Kirim POST dengan title kosong.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HTTP 422 berarti input ditolak.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Hapus hanya container cloudlab-api.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docker run ulang dari image sama.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GET /notes kini daftar kosong.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Image tetap ada di docker image ls.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Pilih DB untuk data persisten.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PADA MESIN UJI</a:t>
            </a: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sp>
        <p:nvSpPr>
          <p:cNvPr id="29" name="Shape 18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422 terlihat; catatan lama hilang setelah run ulang.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5487ECD-1D54-F4B7-7A38-CE15C9127727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6419088" y="2172843"/>
            <a:ext cx="5084064" cy="2859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703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| Kunci tantangan GET /stats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Kasus support: jumlah catatan tanpa membaca seluruh isi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nb-NO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Tambahkan ke app/main.py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@app.get("/stats")
def stats() -&gt; dict[str, int]:
    with _lock:
        titles = [x["title"]
                  for x in _notes.values()]
        longest = max(map(len, titles),
                      default=0)
        return {
          "note_count": len(titles),
          "longest_title_chars": longest,
        }</a:t>
            </a:r>
            <a:endParaRPr lang="en-US" sz="15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Uji kunci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 pitchFamily="34" charset="-122"/>
                <a:cs typeface="Consolas" pitchFamily="34" charset="-120"/>
              </a:rPr>
              <a:t>Build ulang: cloud-notes-api:stats.
Jalankan container dari tag baru.
GET /stats awal: 0 dan 0.
POST dua catatan, GET /stats lagi.
_lock memberi snapshot konsisten.
default=0 menangani daftar kosong.
File host berubah tidak otomatis
mengubah image yang sudah dibuat.</a:t>
            </a:r>
            <a:endParaRPr lang="en-US" sz="16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99340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| Port alternatif saat Lab 06 aktif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Desktop menunjukkan host 8005 menuju port container 8000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docker run --name cloudlab-api-visual -d `
  -p 127.0.0.1:8005:8000 `
  -e APP_ENV=classroom `
  cloud-notes-api:lab05
docker ps --filter name=cloudlab-api-visual
Invoke-RestMethod `
  http://127.0.0.1:8005/health</a:t>
            </a:r>
            <a:endParaRPr lang="en-US" sz="15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Cara kerja pemetaan port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 pitchFamily="34" charset="-122"/>
                <a:cs typeface="Consolas" pitchFamily="34" charset="-120"/>
              </a:rPr>
              <a:t>8005 = port host yang dibuka browser.
8000 = port Uvicorn di container.
Lab 06 boleh tetap memakai host 8000.
Satu host port tidak boleh dipakai ganda.
Buka http://127.0.0.1:8005/docs.
Nama container harus unik pada engine.</a:t>
            </a:r>
            <a:endParaRPr lang="en-US" sz="16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41978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sv-SE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5 | Docker Desktop port 8005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 aktual container Cloud Notes ketika Lab 06 memakai port 8000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PERINTAH, FUNGSI, DAN HASIL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Buka Docker Desktop: Containers.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Cari cloudlab-api-visual.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Titik hijau berarti container hidup.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Kolom Port(s) menunjukkan 8005:8000.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Klik port untuk membuka web host.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Container tetap mendengar port 8000.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docker ps membaca engine yang sama.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PADA MESIN UJI</a:t>
            </a: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sp>
        <p:nvSpPr>
          <p:cNvPr id="29" name="Shape 18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cloudlab-api-visual hidup pada host 8005.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AEF79767-77E1-C13D-6178-20D519F2AE3B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6419088" y="2219216"/>
            <a:ext cx="5084064" cy="2767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8886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| Bersihkan dan push kode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menyimpan source; registry menyimpan image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Perintah terminal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docker rm -f cloudlab-api
docker rm -f cloudlab-api-visual
git status --short
git add Dockerfile .dockerignore requirements.txt
git add app MODUL_MAHASISWA.md hasil
git diff --cached --name-only
git diff --cached --check
git commit -m "lab05: uji Cloud Notes API"
git push</a:t>
            </a:r>
            <a:endParaRPr lang="en-US" sz="15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Pemeriksaan sebelum push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 pitchFamily="34" charset="-122"/>
                <a:cs typeface="Consolas" pitchFamily="34" charset="-120"/>
              </a:rPr>
              <a:t>Jangan stage .env, token, atau cache.
Simpan screenshot hasil Anda sendiri.
Jika folder hasil/bukti belum ada,
hapus argumen itu dari git add.
Docker Hub opsional: tag, login,
push hanya dengan akun yang tersedia.</a:t>
            </a:r>
            <a:endParaRPr lang="en-US" sz="16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4078226"/>
      </p:ext>
    </p:extLst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nl-NL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awal | Dockerfile dan Engine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version; Select-String Dockerfile  |  render output aktual</a:t>
            </a:r>
            <a:endParaRPr lang="en-US" sz="12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/>
          <p:nvPr/>
        </p:nvSpPr>
        <p:spPr>
          <a:xfrm>
            <a:off x="457200" y="1409700"/>
            <a:ext cx="11252200" cy="38862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/>
          <p:nvPr/>
        </p:nvSpPr>
        <p:spPr>
          <a:xfrm>
            <a:off x="457200" y="5397500"/>
            <a:ext cx="11252200" cy="787400"/>
          </a:xfrm>
          <a:prstGeom prst="rect">
            <a:avLst/>
          </a:prstGeom>
          <a:solidFill>
            <a:srgbClr val="00277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 txBox="1"/>
          <p:nvPr/>
        </p:nvSpPr>
        <p:spPr>
          <a:xfrm>
            <a:off x="635000" y="5499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BUILD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 txBox="1"/>
          <p:nvPr/>
        </p:nvSpPr>
        <p:spPr>
          <a:xfrm>
            <a:off x="635000" y="57277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FROM builder; RUN pip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 txBox="1"/>
          <p:nvPr/>
        </p:nvSpPr>
        <p:spPr>
          <a:xfrm>
            <a:off x="4318000" y="5499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RUNTIME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 txBox="1"/>
          <p:nvPr/>
        </p:nvSpPr>
        <p:spPr>
          <a:xfrm>
            <a:off x="4318000" y="57277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USER appuser; CMD API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 txBox="1"/>
          <p:nvPr/>
        </p:nvSpPr>
        <p:spPr>
          <a:xfrm>
            <a:off x="8001000" y="5499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PORT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 txBox="1"/>
          <p:nvPr/>
        </p:nvSpPr>
        <p:spPr>
          <a:xfrm>
            <a:off x="8001000" y="57277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Container mendengar 8000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350" y="1490898"/>
            <a:ext cx="10343900" cy="372380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nl-NL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Git | repo Lab 05 terbit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remote, status, log, SHA main  |  contoh checkpoint pengajar</a:t>
            </a:r>
            <a:endParaRPr lang="en-US" sz="12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/>
          <p:nvPr/>
        </p:nvSpPr>
        <p:spPr>
          <a:xfrm>
            <a:off x="457200" y="1409700"/>
            <a:ext cx="11252200" cy="38862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/>
          <p:nvPr/>
        </p:nvSpPr>
        <p:spPr>
          <a:xfrm>
            <a:off x="457200" y="5397500"/>
            <a:ext cx="11252200" cy="787400"/>
          </a:xfrm>
          <a:prstGeom prst="rect">
            <a:avLst/>
          </a:prstGeom>
          <a:solidFill>
            <a:srgbClr val="00277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 txBox="1"/>
          <p:nvPr/>
        </p:nvSpPr>
        <p:spPr>
          <a:xfrm>
            <a:off x="635000" y="5499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TUJUAN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 txBox="1"/>
          <p:nvPr/>
        </p:nvSpPr>
        <p:spPr>
          <a:xfrm>
            <a:off x="635000" y="57277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origin = meet5CloudService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 txBox="1"/>
          <p:nvPr/>
        </p:nvSpPr>
        <p:spPr>
          <a:xfrm>
            <a:off x="4318000" y="5499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HASIL PUSH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 txBox="1"/>
          <p:nvPr/>
        </p:nvSpPr>
        <p:spPr>
          <a:xfrm>
            <a:off x="4318000" y="57277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SHA lokal = remote saat uji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 txBox="1"/>
          <p:nvPr/>
        </p:nvSpPr>
        <p:spPr>
          <a:xfrm>
            <a:off x="8001000" y="5499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MAHASISWA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 txBox="1"/>
          <p:nvPr/>
        </p:nvSpPr>
        <p:spPr>
          <a:xfrm>
            <a:off x="8001000" y="57277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Arial" panose="020B0604020202020204" pitchFamily="34" charset="0"/>
              </a:rPr>
              <a:t>Ulangi pada repo pribadi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6439" y="1490898"/>
            <a:ext cx="9873722" cy="37238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1601</Words>
  <Application>Microsoft Office PowerPoint</Application>
  <PresentationFormat>Widescreen</PresentationFormat>
  <Paragraphs>164</Paragraphs>
  <Slides>14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Docker Core - Dockerfile &amp; Build - Praktikum 5</dc:title>
  <dc:subject>PptxGenJS Presentation</dc:subject>
  <dc:creator>PptxGenJS</dc:creator>
  <cp:lastModifiedBy>Budi Juarto</cp:lastModifiedBy>
  <cp:revision>2</cp:revision>
  <dcterms:created xsi:type="dcterms:W3CDTF">2026-05-16T07:35:14Z</dcterms:created>
  <dcterms:modified xsi:type="dcterms:W3CDTF">2026-10-07T13:04:00Z</dcterms:modified>
</cp:coreProperties>
</file>